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74fc8d93534012" /><Relationship Type="http://schemas.openxmlformats.org/officeDocument/2006/relationships/extended-properties" Target="/docProps/app.xml" Id="Rc85f4c4342c0400a" /><Relationship Type="http://schemas.openxmlformats.org/officeDocument/2006/relationships/officeDocument" Target="/ppt/presentation.xml" Id="Rd5052f9646244c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7339c919bb4c4d"/>
  </p:sldMasterIdLst>
  <p:notesMasterIdLst>
    <p:notesMasterId xmlns:r="http://schemas.openxmlformats.org/officeDocument/2006/relationships" r:id="Re5b06b0426b64a8b"/>
  </p:notesMasterIdLst>
  <p:sldIdLst>
    <p:sldId xmlns:r="http://schemas.openxmlformats.org/officeDocument/2006/relationships" id="256" r:id="R2603e6d927b54404"/>
    <p:sldId xmlns:r="http://schemas.openxmlformats.org/officeDocument/2006/relationships" id="257" r:id="Ra29957aa41d6405f"/>
    <p:sldId xmlns:r="http://schemas.openxmlformats.org/officeDocument/2006/relationships" id="258" r:id="Rf6a1af5f13154a4f"/>
    <p:sldId xmlns:r="http://schemas.openxmlformats.org/officeDocument/2006/relationships" id="259" r:id="Rbe818fc13f7f4868"/>
    <p:sldId xmlns:r="http://schemas.openxmlformats.org/officeDocument/2006/relationships" id="260" r:id="R2957137f09f5440a"/>
    <p:sldId xmlns:r="http://schemas.openxmlformats.org/officeDocument/2006/relationships" id="261" r:id="R8f15b3ecbe8445b6"/>
    <p:sldId xmlns:r="http://schemas.openxmlformats.org/officeDocument/2006/relationships" id="262" r:id="R580f7380449d45ca"/>
    <p:sldId xmlns:r="http://schemas.openxmlformats.org/officeDocument/2006/relationships" id="263" r:id="R610b56ed5cc047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1620b5e37b45a3" /><Relationship Type="http://schemas.openxmlformats.org/officeDocument/2006/relationships/slideMaster" Target="/ppt/slideMasters/slideMaster1.xml" Id="R1e7339c919bb4c4d" /><Relationship Type="http://schemas.openxmlformats.org/officeDocument/2006/relationships/notesMaster" Target="/ppt/notesMasters/notesMaster1.xml" Id="Re5b06b0426b64a8b" /><Relationship Type="http://schemas.openxmlformats.org/officeDocument/2006/relationships/presProps" Target="/ppt/presProps.xml" Id="R1419eefcb0334220" /><Relationship Type="http://schemas.openxmlformats.org/officeDocument/2006/relationships/tableStyles" Target="/ppt/tableStyles.xml" Id="Rcc171eed90374c84" /><Relationship Type="http://schemas.openxmlformats.org/officeDocument/2006/relationships/slide" Target="/ppt/slides/slide1.xml" Id="R2603e6d927b54404" /><Relationship Type="http://schemas.openxmlformats.org/officeDocument/2006/relationships/slide" Target="/ppt/slides/slide2.xml" Id="Ra29957aa41d6405f" /><Relationship Type="http://schemas.openxmlformats.org/officeDocument/2006/relationships/slide" Target="/ppt/slides/slide3.xml" Id="Rf6a1af5f13154a4f" /><Relationship Type="http://schemas.openxmlformats.org/officeDocument/2006/relationships/slide" Target="/ppt/slides/slide4.xml" Id="Rbe818fc13f7f4868" /><Relationship Type="http://schemas.openxmlformats.org/officeDocument/2006/relationships/slide" Target="/ppt/slides/slide5.xml" Id="R2957137f09f5440a" /><Relationship Type="http://schemas.openxmlformats.org/officeDocument/2006/relationships/slide" Target="/ppt/slides/slide6.xml" Id="R8f15b3ecbe8445b6" /><Relationship Type="http://schemas.openxmlformats.org/officeDocument/2006/relationships/slide" Target="/ppt/slides/slide7.xml" Id="R580f7380449d45ca" /><Relationship Type="http://schemas.openxmlformats.org/officeDocument/2006/relationships/slide" Target="/ppt/slides/slide8.xml" Id="R610b56ed5cc047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93758e978949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16902adacc490c" /><Relationship Type="http://schemas.openxmlformats.org/officeDocument/2006/relationships/notesMaster" Target="/ppt/notesMasters/notesMaster1.xml" Id="R797f3d5ddd354e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7c352fc0f94c8d" /><Relationship Type="http://schemas.openxmlformats.org/officeDocument/2006/relationships/notesMaster" Target="/ppt/notesMasters/notesMaster1.xml" Id="Ra2a1e3791c3849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67a0da62e64d6e" /><Relationship Type="http://schemas.openxmlformats.org/officeDocument/2006/relationships/notesMaster" Target="/ppt/notesMasters/notesMaster1.xml" Id="R2b980f550fbb4e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fec1e488114d95" /><Relationship Type="http://schemas.openxmlformats.org/officeDocument/2006/relationships/notesMaster" Target="/ppt/notesMasters/notesMaster1.xml" Id="R71a3e28402b44e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8faf954d514b3d" /><Relationship Type="http://schemas.openxmlformats.org/officeDocument/2006/relationships/notesMaster" Target="/ppt/notesMasters/notesMaster1.xml" Id="R6f652447530c46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f955a627b34917" /><Relationship Type="http://schemas.openxmlformats.org/officeDocument/2006/relationships/notesMaster" Target="/ppt/notesMasters/notesMaster1.xml" Id="R818253b621ac47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95f74fdaec416d" /><Relationship Type="http://schemas.openxmlformats.org/officeDocument/2006/relationships/notesMaster" Target="/ppt/notesMasters/notesMaster1.xml" Id="Rade31f56172d4b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22c523b25b461b" /><Relationship Type="http://schemas.openxmlformats.org/officeDocument/2006/relationships/notesMaster" Target="/ppt/notesMasters/notesMaster1.xml" Id="R94c3792e76514d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依据：agent.cordis.yml、tool-delivery-controller/README.md、WORKFLOW.md、VALIDATION.md。所有结论按当前 preset 文件与验证记录整理。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依据：agent.cordis.yml persona；tool-policy.mjs；controller.mjs；README.md。硬约束包括角色工具白名单、路径边界、状态机、合同检查和同步门禁。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依据：agent.cordis.yml specialists；capabilities.mjs；specialists.mjs；WORKFLOW.md。流程图为概念汇总，PPT 中保持可编辑。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依据：agent.cordis.yml 中 model、specialists 与 persona。Doubao 媒体分析和动画规划使用同一底层模型但不同职责路由。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依据：controller.mjs；request-policy.mjs；html-contract.mjs；sync.mjs；agent.cordis.yml persona。流程中的修复次数受 delivery-contract.json 预算约束。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依据：tool-policy.mjs、workspace.mjs、store.mjs、decisions.mjs、sync.mjs、capabilities.mjs、request-policy.mjs，以及对应 tests。以上均为程序机制，不是仅靠 Skill 或 persona 的软约束。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依据：agent.cordis.yml；index.mjs；specialists.mjs；validation/runtime-reload-20260921.md；validation/read-write-restoration-20260921.md。task_* 包括 research、quality、vision、creative、animation、media 六个入口。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依据：VALIDATION.md；validation/model-config-20260921.md；validation/runtime-reload-20260921.md；README.md。98+7 来自 2026-09-22 跨会话过期预留修复记录；真实模型样例的适用范围按文档原有限制表述。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115959dc940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a650c098e84375" /><Relationship Type="http://schemas.openxmlformats.org/officeDocument/2006/relationships/slideLayout" Target="/ppt/slideLayouts/slideLayout1.xml" Id="Rdcc720ff7ec64b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c720ff7ec64b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ba149d24f4bca" /><Relationship Type="http://schemas.openxmlformats.org/officeDocument/2006/relationships/notesSlide" Target="/ppt/notesSlides/notesSlide1.xml" Id="Ra10a1b404b884e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24fe5b616411e" /><Relationship Type="http://schemas.openxmlformats.org/officeDocument/2006/relationships/notesSlide" Target="/ppt/notesSlides/notesSlide2.xml" Id="Ra6e0146c052844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000b5fbfe4ab8" /><Relationship Type="http://schemas.openxmlformats.org/officeDocument/2006/relationships/notesSlide" Target="/ppt/notesSlides/notesSlide3.xml" Id="R175389e7394d48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1b81bcbcf4764" /><Relationship Type="http://schemas.openxmlformats.org/officeDocument/2006/relationships/notesSlide" Target="/ppt/notesSlides/notesSlide4.xml" Id="R8d57e11ba2b445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b3afa89584785" /><Relationship Type="http://schemas.openxmlformats.org/officeDocument/2006/relationships/notesSlide" Target="/ppt/notesSlides/notesSlide5.xml" Id="R80811cf0134848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38231c27f4799" /><Relationship Type="http://schemas.openxmlformats.org/officeDocument/2006/relationships/notesSlide" Target="/ppt/notesSlides/notesSlide6.xml" Id="Rb7c39974eb9141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8edb8197c4494" /><Relationship Type="http://schemas.openxmlformats.org/officeDocument/2006/relationships/notesSlide" Target="/ppt/notesSlides/notesSlide7.xml" Id="R651ab370feb94a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fb46ac7334034" /><Relationship Type="http://schemas.openxmlformats.org/officeDocument/2006/relationships/notesSlide" Target="/ppt/notesSlides/notesSlide8.xml" Id="R26660f8401f740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6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8721B-32C9-44F0-8DA3-A9DCBDDE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E0A4A-E0EF-47E0-AEEC-A8091A47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20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拼好模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1CF20-79AF-4214-B1D9-F74C23B4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DE7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DDE7F0"/>
                </a:solidFill>
                <a:latin typeface="Hiragino Sans GB"/>
                <a:ea typeface="Hiragino Sans GB"/>
                <a:cs typeface="Hiragino Sans GB"/>
              </a:rPr>
              <a:t>专业多模型协作与可信研发交付能力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BA3E1-0A05-42A8-83D0-F29C6B0D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4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AFC4D4"/>
                </a:solidFill>
                <a:latin typeface="Hiragino Sans GB"/>
                <a:ea typeface="Hiragino Sans GB"/>
                <a:cs typeface="Hiragino Sans GB"/>
              </a:rPr>
              <a:t>当前实现盘点 · 汇报版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AB126-1EDA-46F0-987A-2E3329CC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847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DC70F-0E71-4451-A892-353FD975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核心定位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5AD0C-F4CA-4D75-A997-77B07040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把自然语言任务转化为可隔离、可验证、可修复、可追溯的交付流程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8AD4E-FB4C-42F3-B6DC-948E491B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rPr>
              <a:t>2026.09.22</a:t>
            </a:r>
          </a:p>
        </p:txBody>
      </p:sp>
    </p:spTree>
    <p:extLst>
      <p:ext uri="{BB962C8B-B14F-4D97-AF65-F5344CB8AC3E}">
        <p14:creationId xmlns:p14="http://schemas.microsoft.com/office/powerpoint/2010/main" val="1536884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A283A-7AC4-4E4A-800A-32AACEF1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一套受控交付系统，而不是模型名单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B4508-1FA2-4B3A-B2CE-51DF5747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当前能力由路由、隔离、门禁、同步和审计共同构成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03403-1513-4FCC-8DF9-1E4A680B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7C182-449D-4BA2-8851-351C34E3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E0214-818F-42AD-8935-4AF8856E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19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任务分流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E98B9-1AA6-4E6E-B63A-59801D0A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2877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普通问答与简单文件任务直接处理，完整工程交付进入控制器。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BC3D1-E09C-42D1-AE87-A4960A0B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62200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E0960-91DD-4A9A-84B0-C2C8B098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698A3-F88A-40B9-A367-96D46A4D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86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专业协作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84BA5-948D-4B30-97C6-CAEE4A83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9557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研究、创意、视觉、媒体与动画规划按能力缺口调用，最多并发 3 个。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C786C-402A-4E09-B39C-9ECBCFF3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29000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C0678-0C6D-4901-B613-FF4E69D5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9E2E2-2929-4260-ADB2-DDB226D7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52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可信交付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F3454-B5BA-493A-B34E-9777E1CA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6237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隔离实现后执行合同检查、Kimi 独立审查与有界修复。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4507B-49D4-46CD-ADA7-63E6C09A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95800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28831-4F67-489C-9DC0-7D65CA63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47210-20E0-4243-9682-D50A8C00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9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安全落地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BBCD76-9DF8-4F7A-9954-FB2BB6FD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2917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通过后再同步项目，冲突由宿主提问，结果与证据写入持久状态。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99A7C-5116-4AAB-80C0-E859341B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已实现的关键差异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AB4E94-A52F-4276-9B0C-E1C02CB7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95975"/>
            <a:ext cx="833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约束进入程序执行路径，违规调用会被隐藏、拒绝或阻断，而非只依赖提示词。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2D2C1-1F90-418D-B33D-1E2BDF16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拼好模能力汇报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269E1F-A901-4A55-8A7D-AA3DC33A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63185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E1DCA9-FBFD-4B49-B44C-2BDBA864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能力架构与信息流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4F3FD-B3C6-4381-A1F2-D31B83C4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专业模型提供判断，控制器负责权限、状态与验收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58BD4-DB68-47F7-A701-1AE6FBEF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68C13-0911-40FA-8E67-212586CE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42875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用户任务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345AF-93AB-4172-8125-66234E6B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52700"/>
            <a:ext cx="16192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3A6EA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拼好模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总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F70AE-8D9C-4EC0-9075-E9D597C9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57450"/>
            <a:ext cx="1809750" cy="10858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6B3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交付控制器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1CA70-9466-4AB1-8675-C3ED3CA9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20002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Kimi Code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隔离实现 / 修复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D6C6E-3BDE-49A0-ABF4-7B808FE4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0375"/>
            <a:ext cx="20002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3A6EA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专业能力池</a:t>
            </a:r>
          </a:p>
          <a:p xmlns:a="http://schemas.openxmlformats.org/drawingml/2006/main">
            <a:pPr algn="ctr">
              <a:def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研究 · 创意 · 视觉</a:t>
            </a:r>
          </a:p>
          <a:p xmlns:a="http://schemas.openxmlformats.org/drawingml/2006/main">
            <a:pPr algn="ctr">
              <a:def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媒体 · 动画规划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024DD-F5E0-4A47-A885-034ADDCA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1809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合同检查 +</a:t>
            </a:r>
          </a:p>
          <a:p xmlns:a="http://schemas.openxmlformats.org/drawingml/2006/main">
            <a:pPr algn="ctr">
              <a:def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Kimi 独立质量门禁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E3559-9E19-4D19-8976-ECD27DBD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14750"/>
            <a:ext cx="18097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同步项目</a:t>
            </a:r>
          </a:p>
          <a:p xmlns:a="http://schemas.openxmlformats.org/drawingml/2006/main">
            <a:pPr algn="ctr">
              <a:defRPr sz="135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复核 · 留痕</a:t>
            </a:r>
          </a:p>
        </p:txBody>
      </p:sp>
      <p:cxnSp>
        <p:nvCxnSpPr>
          <p:cNvPr id="3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95500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head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91000" y="30003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head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6619875" y="2057400"/>
            <a:ext cx="714375" cy="942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26B38"/>
            </a:solidFill>
            <a:prstDash val="solid"/>
            <a:head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619875" y="3000375"/>
            <a:ext cx="714375" cy="561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A6EA5"/>
            </a:solidFill>
            <a:prstDash val="solid"/>
            <a:head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34500" y="2057400"/>
            <a:ext cx="476250" cy="514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head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334500" y="2571750"/>
            <a:ext cx="476250" cy="990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A6EA5"/>
            </a:solidFill>
            <a:prstDash val="dash"/>
            <a:head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0715625" y="30480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head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0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5715000" y="3543300"/>
            <a:ext cx="4095750" cy="6953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F26B38"/>
            </a:solidFill>
            <a:prstDash val="dash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481BB-9777-44EB-9036-1106376F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482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实线：主交付路径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C8670-5BAD-43CE-A980-B70E1B61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91175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0CC264-3735-4C22-8145-48AB6163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虚线：按需协助或修复反馈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4B61E-674F-4EF3-8891-22E8834F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91175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6EA5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307522-9364-4A5D-A4DE-EEFB78A9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769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每个专业节点使用独立只读或受限副本，报告以哈希绑定的 report: 引用交接。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9DD908-8703-43CC-8F89-EF82A9A7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拼好模能力汇报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912511-FF95-46D6-BDBA-4966BA5D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345470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4E5445-6AF1-4640-974F-21C1E11A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当前模型分工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4084A-4DE3-4EC5-98CE-D816074F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模型按职责固定路由，专业节点不能继续委派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A5ED1-9ED9-405F-BA39-86D1D410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53C0D-3AC6-446E-89CE-5702B834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职责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7F65D-B96B-4ACA-8A77-58B22DC9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57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实际模型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079DE-0DAB-4FC7-9271-F8DF497E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573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可交付内容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C0E60-43AC-47A8-BA77-6A60B10E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AFDBC-52D6-47AF-9A4E-532151EB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研发实现 / 修复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C2201-00BB-426D-B551-614ECE4D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Kimi K2.7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E2A03-EBA4-4955-8A24-4091288A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读写隔离工作副本、执行测试、提交实际文件差异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F11BA-3DCE-4267-B461-85E9C6D6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E2799-B644-47F4-B85D-F796A646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长上下文研究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3F707-6B80-4AA5-B612-E0B00975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384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Kimi K2 8 Preview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7E40F-7632-46B8-9E24-D3936AFF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384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阅读用户提供的材料并形成带来源的综合报告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9AB8D-A4A7-4366-8D0A-D69075CE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97C85-B370-4FBD-86B5-1CE98E2F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独立质量审查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AA448-E29F-4055-AF32-C6D6518F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242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Kimi K2.7 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923C4-2E5F-4442-B8DC-BA78DE3B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242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只读检查代码并执行验证命令，返回通过 / 失败 / 阻塞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BB202-2AE8-4502-BFD1-85B63662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8665D-A0CA-42FC-8DFD-CBFCF7FB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视觉分析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E2B8FB-BC42-4522-AD16-227EADD0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00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GLM 5.3 Flash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00158-6C26-49B2-B7A8-C49A5EC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00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读取静态图片并输出事实与推断分离的视觉结论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CE404A-FADE-436C-A670-A99931C7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3DADDC-FE27-4EBD-B7C4-5CEAAB8D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创意内容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673CF8-87B4-4D33-8A65-2AE802D9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958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MiniMax M3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198E30-D4B9-44E6-B23B-5E1C2A9D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按品牌、受众和渠道生成完整文案与创意版本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B90474-D46E-4758-A158-EEE9058F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15307A-96BC-4146-A4FE-74306F53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媒体 / 动画规划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30C7D1-A069-4EED-815A-03443184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816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Doubao Seed 2.0 Lite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BA4842-2DF1-41AD-8820-7A07C955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816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分析图片或字幕；为 HTML / SVG 动画给出分镜与节奏方案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0947DE-CDF7-4774-AEAB-31C7C4F2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B84F05-4414-4633-9500-FA9887A5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拼好模能力汇报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943D73-40BE-4FFE-95F2-D7AB7A8F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86788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280787-3E6F-4EE0-B3A8-158063A3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工程交付流程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FC094-4E4F-4455-8ACA-15326C86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默认 project 模式在验收通过后自动同步，并对同步结果再次检查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B6550-47A1-496D-B440-D8A1AD95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4CA6C-9A87-4719-A0B4-6F838FBE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095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441D7-766D-4B12-9BA8-97936826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97167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156F4-E87C-441D-9DBB-B4639C64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764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接收目标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8CBE3-0042-4A8B-85A5-B9A7CF95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809750"/>
            <a:ext cx="2095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3A6E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FDAD6-0B16-4D30-9F97-3B7C239F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7167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4E048-0C8E-4AB5-8FA1-31E574E6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0764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建立快照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D0363-4F93-416B-BE29-7F920C02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095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FF368-0B9E-4606-93E2-A0D35167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7167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A9D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A9D8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8037A-D438-4848-B88E-8DDF4AC6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764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隔离实现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E5F07-7B12-45B3-A874-94D2526E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809750"/>
            <a:ext cx="2095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26B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4414E-F83E-4C9E-BF3F-8E238245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7167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1AF20-62EC-4F48-A8E9-C824A1BA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0764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合同检查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AAE90-96F7-41D9-B04E-80E549DC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886200"/>
            <a:ext cx="2095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D20BD-D1B4-4D35-B135-29B1419C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4812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64845-BC90-44EB-ACBA-9806EA6C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15290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独立审查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D4D4A-5022-4A1A-A82B-DB376918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2095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445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F4C5B7-B7B2-484E-A523-FB3BC1A3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4812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45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C44536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768712-742D-4649-97F0-CDCFC8E9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5290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有界修复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D5A06C-8A17-4301-8F72-679A6E19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86200"/>
            <a:ext cx="2095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3A6E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9EBBBB-8DEF-4257-B0D5-BC346D5E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4812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8C0C00-BD66-4947-80D1-8BD4AE64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5290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三方同步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C59D59-8974-4C5B-9EE4-4D00F0EC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095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1B1E3C-B6E2-40C7-92BC-2A740C46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4812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A9D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A9D8F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04DEF2-3A48-4BE8-AA70-9FCB0F4C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同步后复核</a:t>
            </a:r>
          </a:p>
        </p:txBody>
      </p:sp>
      <p:cxnSp>
        <p:nvCxnSpPr>
          <p:cNvPr id="6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38450" y="22479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head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53075" y="22479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head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267700" y="22479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head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934575" y="2686050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head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6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267700" y="43243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head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9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5553075" y="43243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head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2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2838450" y="43243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head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939A68-3EB5-4DAA-B83E-44D95FBB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38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445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C44536"/>
                </a:solidFill>
                <a:latin typeface="Hiragino Sans GB"/>
                <a:ea typeface="Hiragino Sans GB"/>
                <a:cs typeface="Hiragino Sans GB"/>
              </a:rPr>
              <a:t>失败或审查不通过</a:t>
            </a:r>
          </a:p>
        </p:txBody>
      </p:sp>
      <p:cxnSp>
        <p:nvCxnSpPr>
          <p:cNvPr id="76" name=""/>
          <p:cNvCxnSpPr>
            <a:stCxn xmlns:a="http://schemas.openxmlformats.org/drawingml/2006/main" id="16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267700" y="43243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4536"/>
            </a:solidFill>
            <a:prstDash val="solid"/>
            <a:head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22D89F-4164-4A2C-81A3-F41AE374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独立单 HTML 可按用户明确要求进入 unverified 路径，但仍保留隔离、路径边界、冲突保护和受控同步。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166A22-E857-4CA1-A65D-CD38775B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未验证路径必须标记 assurance=unverified，不能宣称验收通过。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AD8826-CB33-4A3C-B5B6-3C149D37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拼好模能力汇报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78B268-0066-4748-A777-A5A7865A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37564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0B8D8F-D4FC-4863-B8FE-B9176F73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已落地的硬约束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2FDE3-8B09-4122-804D-695B60FD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控制器在执行路径中阻断越权、伪造通过和不安全同步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3F02C-AD91-4192-B438-2964EEFC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3A09A-D9D5-4B20-8212-949E2392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BBE4F-8D60-44DF-A5A8-A7014541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工具权限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6C3F6-9E60-4BB8-9044-F43C10B7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根、Worker、专业节点和审查者使用不同白名单；越权调用被隐藏并拒绝。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96634-CEB8-4AFE-BF3A-08C8D127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A2B30-22D3-44B8-9E34-6F4C1C46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811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68047-485A-46C8-83B7-A9A59D9E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8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文件边界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06D11-3DAA-444E-A881-FFE0249A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相对路径绑定工作区；拒绝越界、符号链接逃逸和未授权绝对路径。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B86DA-197D-4154-BC6C-047F31CA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717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6FE9D-A9D9-4C84-97A8-3EB1A522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F7559-51E5-435A-9BD0-5854BCFD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状态机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8EF71-E261-427C-AF88-077ED055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任务只能按允许的状态转换；失败、阻塞、取消与通过分别记录。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288CE-DFEE-46C2-9262-23D1F930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576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D3133-85DB-49F2-8BA3-9F099BB2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670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9FE1B1-C82B-4367-93C2-EF80D7A4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67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验收门禁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1D2BDB-8137-4918-83CB-B0DA1FF8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67100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真实文件差异、测试命令和独立审查与同一快照绑定，不能靠口头完成。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3D821-74F5-4B78-9AC1-B4FDC46A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576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52C0A-AA6F-454F-AEFD-4D9F43A6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0863DF-FE10-4349-AEFE-181BA711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冲突决策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7CC7E-F235-4444-BA39-6FD845DD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需要取舍的冲突通过宿主交互获取答案，并绑定当时版本一次性消费。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C174B0-8B5A-40AD-B238-B094AB6B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435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9C9DD2-14DE-448F-BE9F-649AEAFC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529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BC95D1-B986-4C30-9061-7FC810FB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52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调用预算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24A63A-34B6-4377-913B-166C2846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53000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专业请求受次数、并发、输入范围和重复请求限制，失败不会重置预算。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BB5C1E-0E96-425D-A123-72E10E69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435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CA5667-4760-4DD2-99E2-F635C0CC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拼好模能力汇报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86A097-828B-465E-997F-63EF09E1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765646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283773-1E0E-4F99-B835-40DE90DD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对用户可见的能力入口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63E99-A8B7-4607-8EC1-FF1E3DFA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14 项核心入口覆盖交付、专业协助、任务组织与简单文件操作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A2B66-2EF1-47E8-852D-2D893BF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6A6A1-00FE-4661-8958-979A8666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2324100" cy="32385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26B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1210E-BBF6-4C15-BFF1-48E4E598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2324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EC960-7F85-4FE9-B3F4-3BD28D5E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交付控制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E091C-4D80-4AAD-BACB-9192D764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190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delivery_start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delivery_status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delivery_resume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delivery_cancel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0672A-463E-4DD7-BBF5-29754D1B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85925"/>
            <a:ext cx="2324100" cy="32385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3A6E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9B454-7169-4D33-91AF-0A47DB24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85925"/>
            <a:ext cx="2324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0C2F3-CA5D-43A1-BB0D-E33BD073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4787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专业协助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EA1A3-392B-4C3C-ABB1-62C9110D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28900"/>
            <a:ext cx="190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request_capability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capability_status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multimodel_run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6 个 task_* 兼容入口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0DF3C-D37F-4807-A1C5-150A49E7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85925"/>
            <a:ext cx="2324100" cy="32385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62CF3-4BE4-47C7-A759-6338EF8B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85925"/>
            <a:ext cx="2324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A760F-73CD-41A8-9999-BB0E876A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任务组织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E2B3B-7AD2-41B9-BB88-12C5D286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190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todo_write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ask_user_question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748A2-DEA2-45BD-91B3-929E2A2B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85925"/>
            <a:ext cx="2324100" cy="32385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E5BD3-9156-4EDC-B86C-FE51BB93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85925"/>
            <a:ext cx="2324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C793D4-C130-4A94-A513-A45D5FCD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4787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直接文件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CF93A-2732-4B0B-B84A-2BBE19C7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28900"/>
            <a:ext cx="190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read / write / edit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glob / grep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根 bash 不开放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54FD51-5672-4175-BD12-F595C583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EFB3C-3607-4A54-958C-710326B4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0542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模型日志为宿主界面插件，不属于模型可调用 Tool；read_image 和 snapshot_explore 只在受控子模型上下文开放。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572295-19EE-406F-8888-C7094229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拼好模能力汇报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CB725-2C35-4453-8CBB-AE74B4B6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25278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6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9F430-AA39-42A9-A386-B4E366B0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当前成熟度：机制扎实，真实场景覆盖仍需扩大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AF1C3-0695-45EE-B982-1A4CD7E2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98180-7324-407A-95D8-BA196E88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已有验证证据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F37E3-3F93-4E06-8CD5-324B58ED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98 项单元 / 状态机测试 + 7 项真实 DSH 集成测试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A3CC4-D62D-4E5D-8303-A85CB504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A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B8CAD8"/>
                </a:solidFill>
                <a:latin typeface="Hiragino Sans GB"/>
                <a:ea typeface="Hiragino Sans GB"/>
                <a:cs typeface="Hiragino Sans GB"/>
              </a:rPr>
              <a:t>已覆盖过期预留回收、权限边界、隔离沙箱、状态恢复、冲突决策、同步与复核等路径。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1C22F-82FD-495F-8549-8C68CD69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9D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A9D8F"/>
                </a:solidFill>
                <a:latin typeface="Hiragino Sans GB"/>
                <a:ea typeface="Hiragino Sans GB"/>
                <a:cs typeface="Hiragino Sans GB"/>
              </a:rPr>
              <a:t>历史真实模型样例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CAC4B-4129-415B-B778-B762F89E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4762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DeepSeek → Kimi 的小型修复交付曾真实通过；MiniMax 协助文案样例也已完成交接验证。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035BB-4DDA-4564-A5A8-781B3A95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430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00B1B-0BEC-460F-9AED-02C39048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621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rPr>
              <a:t>仍需明确的边界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8DBC9-08D2-488F-8E98-BFCA2E34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BE2CE-9C45-4FFB-B7E0-C222AEB8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3835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rPr>
              <a:t>当前 Kimi Code 实现路由尚需更多真实工程任务验证。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03E9F-8944-4F71-B4AC-969710DD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908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D05F9F-3A9C-4300-A2B8-B1C862EB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52725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rPr>
              <a:t>Kimi 研究、GLM、豆包媒体与多专业 DAG 尚未形成充分真实样本。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62713-3857-46E9-9F0F-B42451E6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05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D80F6-F4B6-442B-A250-4D67D656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6710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rPr>
              <a:t>没有原生音视频传输、联网研究或 ArkCLI 图片 / 视频生成通道。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627A0-762C-45D8-BA5E-B7379099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2FAAA-CCBF-4199-ACA1-9319C5D6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81475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rPr>
              <a:t>Docker Worker 未接入；当前隔离执行重点验证于 macOS Seatbelt。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503302-325A-42D6-AB99-75B97F81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33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24318-2C90-4ED1-8F4A-D717C787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9585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rPr>
              <a:t>文件同步不是多文件全局原子事务，仍依赖冲突检测与同步后复核。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7F8ED-2304-4542-9EB5-9FE8E0AF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汇报结论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73552-ACD4-42DF-88B7-C57A04C8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69595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拼好模已具备可投入试点的可信交付框架，下一阶段重点是扩充真实任务样本与媒体生成通道。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657E7D-8DC5-4C3B-B58B-FD17036D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024958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2026-09-22T06:34:52.2760000Z</dcterms:created>
  <dcterms:modified xsi:type="dcterms:W3CDTF">2026-09-22T06:34:52.2760000Z</dcterms:modified>
</coreProperties>
</file>